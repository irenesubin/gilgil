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빈 양" userId="b711317486faa71b" providerId="LiveId" clId="{DFDEED14-AC6B-4C71-B157-A4D7D2202B68}"/>
    <pc:docChg chg="custSel addSld delSld modSld">
      <pc:chgData name="빈 양" userId="b711317486faa71b" providerId="LiveId" clId="{DFDEED14-AC6B-4C71-B157-A4D7D2202B68}" dt="2025-07-21T11:19:59.494" v="280" actId="20577"/>
      <pc:docMkLst>
        <pc:docMk/>
      </pc:docMkLst>
      <pc:sldChg chg="modSp mod">
        <pc:chgData name="빈 양" userId="b711317486faa71b" providerId="LiveId" clId="{DFDEED14-AC6B-4C71-B157-A4D7D2202B68}" dt="2025-07-21T11:19:59.494" v="280" actId="20577"/>
        <pc:sldMkLst>
          <pc:docMk/>
          <pc:sldMk cId="1550732873" sldId="256"/>
        </pc:sldMkLst>
        <pc:graphicFrameChg chg="modGraphic">
          <ac:chgData name="빈 양" userId="b711317486faa71b" providerId="LiveId" clId="{DFDEED14-AC6B-4C71-B157-A4D7D2202B68}" dt="2025-07-21T11:19:59.494" v="280" actId="20577"/>
          <ac:graphicFrameMkLst>
            <pc:docMk/>
            <pc:sldMk cId="1550732873" sldId="256"/>
            <ac:graphicFrameMk id="4" creationId="{CF907824-4A1B-6AEA-E2DA-A3C04F1B324D}"/>
          </ac:graphicFrameMkLst>
        </pc:graphicFrameChg>
      </pc:sldChg>
      <pc:sldChg chg="new del">
        <pc:chgData name="빈 양" userId="b711317486faa71b" providerId="LiveId" clId="{DFDEED14-AC6B-4C71-B157-A4D7D2202B68}" dt="2025-07-21T11:15:29.775" v="215" actId="47"/>
        <pc:sldMkLst>
          <pc:docMk/>
          <pc:sldMk cId="370903918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CA4E1-9B09-C84F-C6E0-01CE40643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3660DE-DB89-4FF9-53FE-EFFC9C96B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1F8BD-DBB9-897B-1DF3-70DB179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C2FA1C-D543-512B-D01F-D5807A89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EE85B-337D-416D-56E8-25DC163D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81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65532-A5ED-ABEA-C122-4ADFD427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DF8796-0E4B-D9A6-5425-87D933231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B806D0-0404-6018-2B27-D5D8CE57E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8499F-50DF-A5C9-01EF-FFF44117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7BCE8-1C8D-54EE-DD67-F55557B6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27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88F1C-D515-A6B4-B96A-89030324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C85957-13C4-82D7-10B0-638A6AFD4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D0183-5645-AEA5-EE7E-D9470BE12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A139A0-523B-7BA7-22A7-F2526E83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ED039-68DD-ACF6-8AF0-4278BD32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18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68A32-4891-6496-7708-0BBCCE38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330844-E225-A2BB-A150-34CE681BF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895EC-1300-947B-B1C5-722B6A31E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EE31D-DE76-442B-DCB4-CAE6A1AB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B30B20-36E4-F531-2C05-F9DD6E2C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6086AD-44A6-C4E6-BD1E-3373DA05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55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E239F-FE7A-1942-BA21-DED2C107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ADACC-1C98-9990-4FE5-5F482C96F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411461-79E7-B2B2-0665-23D9858B0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C1BE6B-D67B-A9B3-D8ED-CD8A3C954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FE409C-BD8E-2453-5295-751D8296C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298782-4BB6-0AA2-C1DD-F3A61B37C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63D29E-8CBF-C45F-7338-B065FB7F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BDB48A-BEC0-CC43-8127-B0DE1263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70260-F94D-372C-4F37-D0850357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D06071-5881-6EFC-1F77-589A8FEB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D438A7-E5D4-BDE1-09FB-F1DE7067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F8354A-D421-0F0D-C3F9-0B33E4FA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91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DB1599-F1EF-D05A-C79B-6C539D25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489DED-5E7C-AE21-39FC-97320147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8F4A1-547A-C776-6DBF-199808C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8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8EEAC-AF22-DAC5-8276-45F938B05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195E0-D834-418B-A162-BE969CD1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E51473-10D5-B985-5E40-F8A4198DE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AA836C-557E-C746-E95E-69ECC024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8D17A-64FE-8A2B-6827-85B9FA8E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9C1CF9-FD6F-3702-926A-6E76FAE5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81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DA111-B160-FE9D-30DD-2124947E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9963E5-8010-79B0-AEB5-DEA257172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981C2C-50A9-E8A3-225B-7233AB63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034302-D8CB-383E-0C0F-4880D74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B3A366-BA4F-9B3C-8878-27650CDF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E8E950-F777-3377-AB19-BC7125E8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8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B23A9-0252-F2F6-EB2D-6174C35A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6683FA-447E-B3CF-578F-691598EE3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F4853-F042-EA9B-71C3-87CBB8E9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FE867-3D11-291F-8542-3D110017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FB7CFF-A907-9CFA-903B-1E803831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61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4B15D3-88F6-1AD1-F302-35B46EA1F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15C6FB-6E73-4E7B-AD3E-CC72D492F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38B627-A33C-F421-DCCB-000510B7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F4ED08-A6C7-83F2-F44F-4FF627E6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BDC79C-E118-ACD0-2BF9-FDD2D5B5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54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875AF4-30F4-E1C1-80F8-F9A5D3F9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FD9D00-F17A-7EF0-721E-5862B0A30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6A4879-EAE9-13A5-9292-67903D3E1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A6237-B729-4206-89FC-D7AB148DA63A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472FD-6768-35C2-6C0E-E92266EDC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74B8E-9338-FB74-F195-FD8A8CE22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34209-80FD-4F27-A082-6AC7AA6B0D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16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9280A-46BD-982F-EBA6-B4457DEFE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1692CB-3C84-FA6A-0C87-542980AF4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907824-4A1B-6AEA-E2DA-A3C04F1B3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658880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54452778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97975241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440470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5567404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42771115"/>
                    </a:ext>
                  </a:extLst>
                </a:gridCol>
              </a:tblGrid>
              <a:tr h="86167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Layer No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TCP/IP Layer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Other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107736"/>
                  </a:ext>
                </a:extLst>
              </a:tr>
              <a:tr h="861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Alligator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Application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L7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(Fire wall)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HTTPS, FTP, SCP, DNS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41909"/>
                  </a:ext>
                </a:extLst>
              </a:tr>
              <a:tr h="861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Presentation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06896"/>
                  </a:ext>
                </a:extLst>
              </a:tr>
              <a:tr h="861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Steve’s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Session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490779"/>
                  </a:ext>
                </a:extLst>
              </a:tr>
              <a:tr h="861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Touch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Transport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L4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(NAT)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UDP, ICMP(?)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491226"/>
                  </a:ext>
                </a:extLst>
              </a:tr>
              <a:tr h="849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Network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L3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(Router)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IPv6, ARP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502442"/>
                  </a:ext>
                </a:extLst>
              </a:tr>
              <a:tr h="849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 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L2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(Switch)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Ethernet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021682"/>
                  </a:ext>
                </a:extLst>
              </a:tr>
              <a:tr h="849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Please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Physical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011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73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63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빈 양</dc:creator>
  <cp:lastModifiedBy>빈 양</cp:lastModifiedBy>
  <cp:revision>1</cp:revision>
  <dcterms:created xsi:type="dcterms:W3CDTF">2025-07-21T10:54:41Z</dcterms:created>
  <dcterms:modified xsi:type="dcterms:W3CDTF">2025-07-21T11:20:08Z</dcterms:modified>
</cp:coreProperties>
</file>